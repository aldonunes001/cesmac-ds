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CE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21" autoAdjust="0"/>
  </p:normalViewPr>
  <p:slideViewPr>
    <p:cSldViewPr>
      <p:cViewPr varScale="1">
        <p:scale>
          <a:sx n="90" d="100"/>
          <a:sy n="90" d="100"/>
        </p:scale>
        <p:origin x="8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712BF2-2A54-2569-D093-ED91468E9E91}"/>
              </a:ext>
            </a:extLst>
          </p:cNvPr>
          <p:cNvSpPr txBox="1"/>
          <p:nvPr/>
        </p:nvSpPr>
        <p:spPr>
          <a:xfrm>
            <a:off x="2108200" y="7620000"/>
            <a:ext cx="11430000" cy="707886"/>
          </a:xfrm>
          <a:prstGeom prst="rect">
            <a:avLst/>
          </a:prstGeom>
          <a:solidFill>
            <a:srgbClr val="3CCEDF"/>
          </a:solidFill>
        </p:spPr>
        <p:txBody>
          <a:bodyPr wrap="square" rtlCol="0">
            <a:spAutoFit/>
          </a:bodyPr>
          <a:lstStyle/>
          <a:p>
            <a:r>
              <a:rPr lang="en-BR" sz="2000" dirty="0"/>
              <a:t>Um projeto de Ciência de Dados bem-sucedido é uma cadeia de decisões coerentes, que conectam um problema real aos dados, aos métodos e a uma resposta útil.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30</Words>
  <Application>Microsoft Macintosh PowerPoint</Application>
  <PresentationFormat>Custom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Aldo da Silva Leite Nune</cp:lastModifiedBy>
  <cp:revision>3</cp:revision>
  <dcterms:created xsi:type="dcterms:W3CDTF">2006-08-16T00:00:00Z</dcterms:created>
  <dcterms:modified xsi:type="dcterms:W3CDTF">2026-08-05T19:46:04Z</dcterms:modified>
</cp:coreProperties>
</file>